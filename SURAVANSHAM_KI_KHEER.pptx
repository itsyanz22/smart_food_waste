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rcade Gamer" charset="1" panose="00000000000000000000"/>
      <p:regular r:id="rId11"/>
    </p:embeddedFont>
    <p:embeddedFont>
      <p:font typeface="HK Modular" charset="1" panose="00000800000000000000"/>
      <p:regular r:id="rId12"/>
    </p:embeddedFont>
    <p:embeddedFont>
      <p:font typeface="Noto Serif Ethiopic Condensed" charset="1" panose="02020502060505020204"/>
      <p:regular r:id="rId13"/>
    </p:embeddedFont>
    <p:embeddedFont>
      <p:font typeface="Noto Serif Ethiopic Extra Condensed" charset="1" panose="0202050206050502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1.jpeg" Type="http://schemas.openxmlformats.org/officeDocument/2006/relationships/image"/><Relationship Id="rId3" Target="../media/image12.png" Type="http://schemas.openxmlformats.org/officeDocument/2006/relationships/image"/><Relationship Id="rId4" Target="../media/image21.svg" Type="http://schemas.openxmlformats.org/officeDocument/2006/relationships/image"/><Relationship Id="rId5" Target="../media/image22.jpe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3.svg" Type="http://schemas.openxmlformats.org/officeDocument/2006/relationships/image"/><Relationship Id="rId9" Target="../media/image2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28.svg" Type="http://schemas.openxmlformats.org/officeDocument/2006/relationships/image"/><Relationship Id="rId12" Target="../media/image13.svg" Type="http://schemas.openxmlformats.org/officeDocument/2006/relationships/image"/><Relationship Id="rId13" Target="../media/image21.svg" Type="http://schemas.openxmlformats.org/officeDocument/2006/relationships/image"/><Relationship Id="rId2" Target="../media/image11.jpeg" Type="http://schemas.openxmlformats.org/officeDocument/2006/relationships/image"/><Relationship Id="rId3" Target="../media/image26.jpeg" Type="http://schemas.openxmlformats.org/officeDocument/2006/relationships/image"/><Relationship Id="rId4" Target="../media/image27.jpe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12.png" Type="http://schemas.openxmlformats.org/officeDocument/2006/relationships/image"/><Relationship Id="rId4" Target="../media/image30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31.svg" Type="http://schemas.openxmlformats.org/officeDocument/2006/relationships/image"/><Relationship Id="rId8" Target="../media/image3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4156" y="28670"/>
            <a:ext cx="18273844" cy="10258330"/>
            <a:chOff x="0" y="0"/>
            <a:chExt cx="18415000" cy="10337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4922500" y="63500"/>
              <a:ext cx="1922653" cy="1752092"/>
            </a:xfrm>
            <a:custGeom>
              <a:avLst/>
              <a:gdLst/>
              <a:ahLst/>
              <a:cxnLst/>
              <a:rect r="r" b="b" t="t" l="l"/>
              <a:pathLst>
                <a:path h="1752092" w="1922653">
                  <a:moveTo>
                    <a:pt x="0" y="1752092"/>
                  </a:moveTo>
                  <a:lnTo>
                    <a:pt x="1922653" y="1752092"/>
                  </a:lnTo>
                  <a:lnTo>
                    <a:pt x="19226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5203805" y="184404"/>
              <a:ext cx="1442084" cy="1442085"/>
            </a:xfrm>
            <a:custGeom>
              <a:avLst/>
              <a:gdLst/>
              <a:ahLst/>
              <a:cxnLst/>
              <a:rect r="r" b="b" t="t" l="l"/>
              <a:pathLst>
                <a:path h="1442085" w="1442084">
                  <a:moveTo>
                    <a:pt x="0" y="1442085"/>
                  </a:moveTo>
                  <a:lnTo>
                    <a:pt x="1442084" y="1442085"/>
                  </a:lnTo>
                  <a:lnTo>
                    <a:pt x="14420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471805"/>
              <a:ext cx="18288000" cy="9802241"/>
            </a:xfrm>
            <a:custGeom>
              <a:avLst/>
              <a:gdLst/>
              <a:ahLst/>
              <a:cxnLst/>
              <a:rect r="r" b="b" t="t" l="l"/>
              <a:pathLst>
                <a:path h="9802241" w="18288000">
                  <a:moveTo>
                    <a:pt x="0" y="0"/>
                  </a:moveTo>
                  <a:lnTo>
                    <a:pt x="0" y="9802241"/>
                  </a:lnTo>
                  <a:lnTo>
                    <a:pt x="18288000" y="9802241"/>
                  </a:lnTo>
                  <a:lnTo>
                    <a:pt x="182880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7998333" y="1823085"/>
              <a:ext cx="4902962" cy="2802890"/>
            </a:xfrm>
            <a:custGeom>
              <a:avLst/>
              <a:gdLst/>
              <a:ahLst/>
              <a:cxnLst/>
              <a:rect r="r" b="b" t="t" l="l"/>
              <a:pathLst>
                <a:path h="2802890" w="4902962">
                  <a:moveTo>
                    <a:pt x="0" y="2802890"/>
                  </a:moveTo>
                  <a:lnTo>
                    <a:pt x="4902962" y="2802890"/>
                  </a:lnTo>
                  <a:lnTo>
                    <a:pt x="49029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998333" y="2247646"/>
              <a:ext cx="1847088" cy="1013079"/>
            </a:xfrm>
            <a:custGeom>
              <a:avLst/>
              <a:gdLst/>
              <a:ahLst/>
              <a:cxnLst/>
              <a:rect r="r" b="b" t="t" l="l"/>
              <a:pathLst>
                <a:path h="1013079" w="1847088">
                  <a:moveTo>
                    <a:pt x="0" y="1013079"/>
                  </a:moveTo>
                  <a:lnTo>
                    <a:pt x="1847088" y="1013079"/>
                  </a:lnTo>
                  <a:lnTo>
                    <a:pt x="184708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555996" y="2105025"/>
              <a:ext cx="2619247" cy="2435225"/>
            </a:xfrm>
            <a:custGeom>
              <a:avLst/>
              <a:gdLst/>
              <a:ahLst/>
              <a:cxnLst/>
              <a:rect r="r" b="b" t="t" l="l"/>
              <a:pathLst>
                <a:path h="2435225" w="2619247">
                  <a:moveTo>
                    <a:pt x="0" y="2435225"/>
                  </a:moveTo>
                  <a:lnTo>
                    <a:pt x="2619248" y="2435225"/>
                  </a:lnTo>
                  <a:lnTo>
                    <a:pt x="26192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253889" y="283082"/>
            <a:ext cx="18795778" cy="10249243"/>
          </a:xfrm>
          <a:custGeom>
            <a:avLst/>
            <a:gdLst/>
            <a:ahLst/>
            <a:cxnLst/>
            <a:rect r="r" b="b" t="t" l="l"/>
            <a:pathLst>
              <a:path h="10249243" w="18795778">
                <a:moveTo>
                  <a:pt x="0" y="0"/>
                </a:moveTo>
                <a:lnTo>
                  <a:pt x="18795778" y="0"/>
                </a:lnTo>
                <a:lnTo>
                  <a:pt x="18795778" y="10249243"/>
                </a:lnTo>
                <a:lnTo>
                  <a:pt x="0" y="10249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-1600680">
            <a:off x="3439344" y="2653484"/>
            <a:ext cx="1209675" cy="1276350"/>
            <a:chOff x="0" y="0"/>
            <a:chExt cx="1612900" cy="170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129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1612900">
                  <a:moveTo>
                    <a:pt x="1612900" y="0"/>
                  </a:moveTo>
                  <a:lnTo>
                    <a:pt x="0" y="0"/>
                  </a:lnTo>
                  <a:lnTo>
                    <a:pt x="0" y="1701800"/>
                  </a:lnTo>
                  <a:lnTo>
                    <a:pt x="1612900" y="1701800"/>
                  </a:lnTo>
                  <a:lnTo>
                    <a:pt x="161290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1558500">
            <a:off x="15255354" y="2693813"/>
            <a:ext cx="1133475" cy="1200150"/>
            <a:chOff x="0" y="0"/>
            <a:chExt cx="1511300" cy="1600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13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511300">
                  <a:moveTo>
                    <a:pt x="0" y="0"/>
                  </a:moveTo>
                  <a:lnTo>
                    <a:pt x="0" y="1600200"/>
                  </a:lnTo>
                  <a:lnTo>
                    <a:pt x="1511300" y="1600200"/>
                  </a:lnTo>
                  <a:lnTo>
                    <a:pt x="151130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5955366" y="7230685"/>
            <a:ext cx="1733550" cy="3056315"/>
          </a:xfrm>
          <a:custGeom>
            <a:avLst/>
            <a:gdLst/>
            <a:ahLst/>
            <a:cxnLst/>
            <a:rect r="r" b="b" t="t" l="l"/>
            <a:pathLst>
              <a:path h="3056315" w="1733550">
                <a:moveTo>
                  <a:pt x="0" y="0"/>
                </a:moveTo>
                <a:lnTo>
                  <a:pt x="1733550" y="0"/>
                </a:lnTo>
                <a:lnTo>
                  <a:pt x="1733550" y="3056315"/>
                </a:lnTo>
                <a:lnTo>
                  <a:pt x="0" y="3056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9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-1968060">
            <a:off x="234725" y="209026"/>
            <a:ext cx="1133475" cy="1200150"/>
            <a:chOff x="0" y="0"/>
            <a:chExt cx="1511300" cy="1600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5113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1511300">
                  <a:moveTo>
                    <a:pt x="1505585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1511300" y="1600200"/>
                  </a:lnTo>
                  <a:lnTo>
                    <a:pt x="1511300" y="1447419"/>
                  </a:lnTo>
                  <a:lnTo>
                    <a:pt x="1511300" y="3683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7934801" y="1835972"/>
            <a:ext cx="4907166" cy="2812894"/>
          </a:xfrm>
          <a:custGeom>
            <a:avLst/>
            <a:gdLst/>
            <a:ahLst/>
            <a:cxnLst/>
            <a:rect r="r" b="b" t="t" l="l"/>
            <a:pathLst>
              <a:path h="2812894" w="4907166">
                <a:moveTo>
                  <a:pt x="0" y="0"/>
                </a:moveTo>
                <a:lnTo>
                  <a:pt x="4907166" y="0"/>
                </a:lnTo>
                <a:lnTo>
                  <a:pt x="4907166" y="2812895"/>
                </a:lnTo>
                <a:lnTo>
                  <a:pt x="0" y="28128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2640" t="-43328" r="-12128" b="-10922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934801" y="2260616"/>
            <a:ext cx="1847888" cy="1006069"/>
          </a:xfrm>
          <a:custGeom>
            <a:avLst/>
            <a:gdLst/>
            <a:ahLst/>
            <a:cxnLst/>
            <a:rect r="r" b="b" t="t" l="l"/>
            <a:pathLst>
              <a:path h="1006069" w="1847888">
                <a:moveTo>
                  <a:pt x="0" y="0"/>
                </a:moveTo>
                <a:lnTo>
                  <a:pt x="1847888" y="0"/>
                </a:lnTo>
                <a:lnTo>
                  <a:pt x="1847888" y="1006068"/>
                </a:lnTo>
                <a:lnTo>
                  <a:pt x="0" y="10060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5410" t="-302438" r="-95699" b="-132255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492544" y="2117989"/>
            <a:ext cx="2628100" cy="2443315"/>
          </a:xfrm>
          <a:custGeom>
            <a:avLst/>
            <a:gdLst/>
            <a:ahLst/>
            <a:cxnLst/>
            <a:rect r="r" b="b" t="t" l="l"/>
            <a:pathLst>
              <a:path h="2443315" w="2628100">
                <a:moveTo>
                  <a:pt x="0" y="0"/>
                </a:moveTo>
                <a:lnTo>
                  <a:pt x="2628100" y="0"/>
                </a:lnTo>
                <a:lnTo>
                  <a:pt x="2628100" y="2443314"/>
                </a:lnTo>
                <a:lnTo>
                  <a:pt x="0" y="24433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86415" t="-49814" r="-73740" b="-47664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03771" y="28670"/>
            <a:ext cx="1924050" cy="1752600"/>
          </a:xfrm>
          <a:custGeom>
            <a:avLst/>
            <a:gdLst/>
            <a:ahLst/>
            <a:cxnLst/>
            <a:rect r="r" b="b" t="t" l="l"/>
            <a:pathLst>
              <a:path h="1752600" w="1924050">
                <a:moveTo>
                  <a:pt x="0" y="0"/>
                </a:moveTo>
                <a:lnTo>
                  <a:pt x="1924050" y="0"/>
                </a:lnTo>
                <a:lnTo>
                  <a:pt x="192405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865" r="0" b="-4917"/>
            </a:stretch>
          </a:blipFill>
        </p:spPr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5140302" y="197301"/>
            <a:ext cx="1432979" cy="1432979"/>
            <a:chOff x="0" y="0"/>
            <a:chExt cx="1432979" cy="14329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33195" cy="1433195"/>
            </a:xfrm>
            <a:custGeom>
              <a:avLst/>
              <a:gdLst/>
              <a:ahLst/>
              <a:cxnLst/>
              <a:rect r="r" b="b" t="t" l="l"/>
              <a:pathLst>
                <a:path h="1433195" w="1433195">
                  <a:moveTo>
                    <a:pt x="1432941" y="716534"/>
                  </a:moveTo>
                  <a:cubicBezTo>
                    <a:pt x="1432941" y="740029"/>
                    <a:pt x="1431798" y="763397"/>
                    <a:pt x="1429512" y="786765"/>
                  </a:cubicBezTo>
                  <a:cubicBezTo>
                    <a:pt x="1427226" y="810133"/>
                    <a:pt x="1423797" y="833247"/>
                    <a:pt x="1419225" y="856361"/>
                  </a:cubicBezTo>
                  <a:cubicBezTo>
                    <a:pt x="1414653" y="879475"/>
                    <a:pt x="1408938" y="902081"/>
                    <a:pt x="1402080" y="924560"/>
                  </a:cubicBezTo>
                  <a:cubicBezTo>
                    <a:pt x="1395222" y="947039"/>
                    <a:pt x="1387348" y="969137"/>
                    <a:pt x="1378331" y="990727"/>
                  </a:cubicBezTo>
                  <a:cubicBezTo>
                    <a:pt x="1369314" y="1012317"/>
                    <a:pt x="1359281" y="1033653"/>
                    <a:pt x="1348232" y="1054227"/>
                  </a:cubicBezTo>
                  <a:cubicBezTo>
                    <a:pt x="1337183" y="1074801"/>
                    <a:pt x="1325118" y="1094994"/>
                    <a:pt x="1312037" y="1114552"/>
                  </a:cubicBezTo>
                  <a:cubicBezTo>
                    <a:pt x="1298956" y="1134110"/>
                    <a:pt x="1284986" y="1152906"/>
                    <a:pt x="1270127" y="1171067"/>
                  </a:cubicBezTo>
                  <a:cubicBezTo>
                    <a:pt x="1255268" y="1189228"/>
                    <a:pt x="1239520" y="1206627"/>
                    <a:pt x="1222883" y="1223137"/>
                  </a:cubicBezTo>
                  <a:cubicBezTo>
                    <a:pt x="1206246" y="1239647"/>
                    <a:pt x="1188974" y="1255522"/>
                    <a:pt x="1170813" y="1270381"/>
                  </a:cubicBezTo>
                  <a:cubicBezTo>
                    <a:pt x="1152652" y="1285240"/>
                    <a:pt x="1133856" y="1299210"/>
                    <a:pt x="1114298" y="1312291"/>
                  </a:cubicBezTo>
                  <a:cubicBezTo>
                    <a:pt x="1094740" y="1325372"/>
                    <a:pt x="1074674" y="1337437"/>
                    <a:pt x="1053973" y="1348486"/>
                  </a:cubicBezTo>
                  <a:cubicBezTo>
                    <a:pt x="1033272" y="1359535"/>
                    <a:pt x="1012063" y="1369568"/>
                    <a:pt x="990473" y="1378585"/>
                  </a:cubicBezTo>
                  <a:cubicBezTo>
                    <a:pt x="968883" y="1387602"/>
                    <a:pt x="946785" y="1395476"/>
                    <a:pt x="924306" y="1402334"/>
                  </a:cubicBezTo>
                  <a:cubicBezTo>
                    <a:pt x="901827" y="1409192"/>
                    <a:pt x="879094" y="1414780"/>
                    <a:pt x="856107" y="1419479"/>
                  </a:cubicBezTo>
                  <a:cubicBezTo>
                    <a:pt x="833120" y="1424178"/>
                    <a:pt x="809879" y="1427480"/>
                    <a:pt x="786511" y="1429766"/>
                  </a:cubicBezTo>
                  <a:cubicBezTo>
                    <a:pt x="763143" y="1432052"/>
                    <a:pt x="739775" y="1433195"/>
                    <a:pt x="716280" y="1433195"/>
                  </a:cubicBezTo>
                  <a:cubicBezTo>
                    <a:pt x="692785" y="1433195"/>
                    <a:pt x="669417" y="1432052"/>
                    <a:pt x="646049" y="1429766"/>
                  </a:cubicBezTo>
                  <a:cubicBezTo>
                    <a:pt x="622681" y="1427480"/>
                    <a:pt x="599567" y="1424051"/>
                    <a:pt x="576453" y="1419479"/>
                  </a:cubicBezTo>
                  <a:cubicBezTo>
                    <a:pt x="553339" y="1414907"/>
                    <a:pt x="530733" y="1409192"/>
                    <a:pt x="508254" y="1402334"/>
                  </a:cubicBezTo>
                  <a:cubicBezTo>
                    <a:pt x="485775" y="1395476"/>
                    <a:pt x="463677" y="1387602"/>
                    <a:pt x="442087" y="1378585"/>
                  </a:cubicBezTo>
                  <a:cubicBezTo>
                    <a:pt x="420497" y="1369568"/>
                    <a:pt x="399161" y="1359535"/>
                    <a:pt x="378587" y="1348486"/>
                  </a:cubicBezTo>
                  <a:cubicBezTo>
                    <a:pt x="358013" y="1337437"/>
                    <a:pt x="337820" y="1325372"/>
                    <a:pt x="318262" y="1312291"/>
                  </a:cubicBezTo>
                  <a:cubicBezTo>
                    <a:pt x="298704" y="1299210"/>
                    <a:pt x="279908" y="1285240"/>
                    <a:pt x="261747" y="1270381"/>
                  </a:cubicBezTo>
                  <a:cubicBezTo>
                    <a:pt x="243586" y="1255522"/>
                    <a:pt x="226187" y="1239774"/>
                    <a:pt x="209677" y="1223137"/>
                  </a:cubicBezTo>
                  <a:cubicBezTo>
                    <a:pt x="193167" y="1206500"/>
                    <a:pt x="177292" y="1189228"/>
                    <a:pt x="162433" y="1171067"/>
                  </a:cubicBezTo>
                  <a:cubicBezTo>
                    <a:pt x="147574" y="1152906"/>
                    <a:pt x="133604" y="1134110"/>
                    <a:pt x="120523" y="1114552"/>
                  </a:cubicBezTo>
                  <a:cubicBezTo>
                    <a:pt x="107442" y="1094994"/>
                    <a:pt x="95377" y="1074928"/>
                    <a:pt x="84328" y="1054227"/>
                  </a:cubicBezTo>
                  <a:cubicBezTo>
                    <a:pt x="73279" y="1033526"/>
                    <a:pt x="63246" y="1012317"/>
                    <a:pt x="54229" y="990727"/>
                  </a:cubicBezTo>
                  <a:cubicBezTo>
                    <a:pt x="45212" y="969137"/>
                    <a:pt x="37338" y="947039"/>
                    <a:pt x="30480" y="924560"/>
                  </a:cubicBezTo>
                  <a:cubicBezTo>
                    <a:pt x="23622" y="902081"/>
                    <a:pt x="18034" y="879348"/>
                    <a:pt x="13335" y="856361"/>
                  </a:cubicBezTo>
                  <a:cubicBezTo>
                    <a:pt x="8636" y="833374"/>
                    <a:pt x="5334" y="810133"/>
                    <a:pt x="3048" y="786765"/>
                  </a:cubicBezTo>
                  <a:cubicBezTo>
                    <a:pt x="762" y="763397"/>
                    <a:pt x="0" y="739902"/>
                    <a:pt x="0" y="716534"/>
                  </a:cubicBezTo>
                  <a:cubicBezTo>
                    <a:pt x="0" y="693166"/>
                    <a:pt x="1143" y="669671"/>
                    <a:pt x="3429" y="646303"/>
                  </a:cubicBezTo>
                  <a:cubicBezTo>
                    <a:pt x="5715" y="622935"/>
                    <a:pt x="9144" y="599821"/>
                    <a:pt x="13716" y="576707"/>
                  </a:cubicBezTo>
                  <a:cubicBezTo>
                    <a:pt x="18288" y="553593"/>
                    <a:pt x="24003" y="530987"/>
                    <a:pt x="30861" y="508508"/>
                  </a:cubicBezTo>
                  <a:cubicBezTo>
                    <a:pt x="37719" y="486029"/>
                    <a:pt x="45593" y="463931"/>
                    <a:pt x="54610" y="442341"/>
                  </a:cubicBezTo>
                  <a:cubicBezTo>
                    <a:pt x="63627" y="420751"/>
                    <a:pt x="73660" y="399415"/>
                    <a:pt x="84709" y="378841"/>
                  </a:cubicBezTo>
                  <a:cubicBezTo>
                    <a:pt x="95758" y="358267"/>
                    <a:pt x="107823" y="338074"/>
                    <a:pt x="120904" y="318516"/>
                  </a:cubicBezTo>
                  <a:cubicBezTo>
                    <a:pt x="133985" y="298958"/>
                    <a:pt x="147955" y="280162"/>
                    <a:pt x="162814" y="262001"/>
                  </a:cubicBezTo>
                  <a:cubicBezTo>
                    <a:pt x="177673" y="243840"/>
                    <a:pt x="193421" y="226441"/>
                    <a:pt x="210058" y="209931"/>
                  </a:cubicBezTo>
                  <a:cubicBezTo>
                    <a:pt x="226695" y="193421"/>
                    <a:pt x="243967" y="177546"/>
                    <a:pt x="262128" y="162687"/>
                  </a:cubicBezTo>
                  <a:cubicBezTo>
                    <a:pt x="280289" y="147828"/>
                    <a:pt x="299085" y="133858"/>
                    <a:pt x="318643" y="120777"/>
                  </a:cubicBezTo>
                  <a:cubicBezTo>
                    <a:pt x="338201" y="107696"/>
                    <a:pt x="358267" y="95631"/>
                    <a:pt x="378968" y="84582"/>
                  </a:cubicBezTo>
                  <a:cubicBezTo>
                    <a:pt x="399669" y="73533"/>
                    <a:pt x="420878" y="63500"/>
                    <a:pt x="442468" y="54483"/>
                  </a:cubicBezTo>
                  <a:cubicBezTo>
                    <a:pt x="464058" y="45466"/>
                    <a:pt x="486156" y="37592"/>
                    <a:pt x="508635" y="30734"/>
                  </a:cubicBezTo>
                  <a:cubicBezTo>
                    <a:pt x="531114" y="23876"/>
                    <a:pt x="553847" y="18288"/>
                    <a:pt x="576834" y="13589"/>
                  </a:cubicBezTo>
                  <a:cubicBezTo>
                    <a:pt x="599821" y="8890"/>
                    <a:pt x="622935" y="5715"/>
                    <a:pt x="646303" y="3429"/>
                  </a:cubicBezTo>
                  <a:cubicBezTo>
                    <a:pt x="669671" y="1143"/>
                    <a:pt x="693039" y="0"/>
                    <a:pt x="716534" y="0"/>
                  </a:cubicBezTo>
                  <a:cubicBezTo>
                    <a:pt x="740029" y="0"/>
                    <a:pt x="763397" y="1143"/>
                    <a:pt x="786765" y="3429"/>
                  </a:cubicBezTo>
                  <a:cubicBezTo>
                    <a:pt x="810133" y="5715"/>
                    <a:pt x="833247" y="9144"/>
                    <a:pt x="856361" y="13716"/>
                  </a:cubicBezTo>
                  <a:cubicBezTo>
                    <a:pt x="879475" y="18288"/>
                    <a:pt x="902081" y="24003"/>
                    <a:pt x="924560" y="30861"/>
                  </a:cubicBezTo>
                  <a:cubicBezTo>
                    <a:pt x="947039" y="37719"/>
                    <a:pt x="969137" y="45593"/>
                    <a:pt x="990727" y="54610"/>
                  </a:cubicBezTo>
                  <a:cubicBezTo>
                    <a:pt x="1012317" y="63627"/>
                    <a:pt x="1033653" y="73660"/>
                    <a:pt x="1054227" y="84709"/>
                  </a:cubicBezTo>
                  <a:cubicBezTo>
                    <a:pt x="1074801" y="95758"/>
                    <a:pt x="1094994" y="107823"/>
                    <a:pt x="1114552" y="120904"/>
                  </a:cubicBezTo>
                  <a:cubicBezTo>
                    <a:pt x="1134110" y="133985"/>
                    <a:pt x="1152906" y="147955"/>
                    <a:pt x="1171067" y="162814"/>
                  </a:cubicBezTo>
                  <a:cubicBezTo>
                    <a:pt x="1189228" y="177673"/>
                    <a:pt x="1206627" y="193421"/>
                    <a:pt x="1223137" y="210058"/>
                  </a:cubicBezTo>
                  <a:cubicBezTo>
                    <a:pt x="1239647" y="226695"/>
                    <a:pt x="1255522" y="243967"/>
                    <a:pt x="1270381" y="262128"/>
                  </a:cubicBezTo>
                  <a:cubicBezTo>
                    <a:pt x="1285240" y="280289"/>
                    <a:pt x="1299210" y="299085"/>
                    <a:pt x="1312291" y="318643"/>
                  </a:cubicBezTo>
                  <a:cubicBezTo>
                    <a:pt x="1325372" y="338201"/>
                    <a:pt x="1337437" y="358267"/>
                    <a:pt x="1348486" y="378968"/>
                  </a:cubicBezTo>
                  <a:cubicBezTo>
                    <a:pt x="1359535" y="399669"/>
                    <a:pt x="1369568" y="420878"/>
                    <a:pt x="1378585" y="442468"/>
                  </a:cubicBezTo>
                  <a:cubicBezTo>
                    <a:pt x="1387602" y="464058"/>
                    <a:pt x="1395476" y="486156"/>
                    <a:pt x="1402334" y="508635"/>
                  </a:cubicBezTo>
                  <a:cubicBezTo>
                    <a:pt x="1409192" y="531114"/>
                    <a:pt x="1414780" y="553847"/>
                    <a:pt x="1419479" y="576834"/>
                  </a:cubicBezTo>
                  <a:cubicBezTo>
                    <a:pt x="1424178" y="599821"/>
                    <a:pt x="1427480" y="623062"/>
                    <a:pt x="1429766" y="646430"/>
                  </a:cubicBezTo>
                  <a:cubicBezTo>
                    <a:pt x="1432052" y="669798"/>
                    <a:pt x="1433195" y="693166"/>
                    <a:pt x="1433195" y="71666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4858990" y="76438"/>
            <a:ext cx="1918726" cy="1748714"/>
            <a:chOff x="0" y="0"/>
            <a:chExt cx="2558301" cy="23316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558288" cy="2331593"/>
            </a:xfrm>
            <a:custGeom>
              <a:avLst/>
              <a:gdLst/>
              <a:ahLst/>
              <a:cxnLst/>
              <a:rect r="r" b="b" t="t" l="l"/>
              <a:pathLst>
                <a:path h="2331593" w="2558288">
                  <a:moveTo>
                    <a:pt x="279400" y="0"/>
                  </a:moveTo>
                  <a:cubicBezTo>
                    <a:pt x="125095" y="0"/>
                    <a:pt x="0" y="125095"/>
                    <a:pt x="0" y="279400"/>
                  </a:cubicBezTo>
                  <a:lnTo>
                    <a:pt x="0" y="2056765"/>
                  </a:lnTo>
                  <a:cubicBezTo>
                    <a:pt x="0" y="2193798"/>
                    <a:pt x="98679" y="2307844"/>
                    <a:pt x="228854" y="2331593"/>
                  </a:cubicBezTo>
                  <a:lnTo>
                    <a:pt x="2334641" y="2331593"/>
                  </a:lnTo>
                  <a:cubicBezTo>
                    <a:pt x="2447290" y="2311019"/>
                    <a:pt x="2536317" y="2223008"/>
                    <a:pt x="2558288" y="2110994"/>
                  </a:cubicBezTo>
                  <a:lnTo>
                    <a:pt x="2558288" y="2110994"/>
                  </a:lnTo>
                  <a:lnTo>
                    <a:pt x="2558288" y="225171"/>
                  </a:lnTo>
                  <a:lnTo>
                    <a:pt x="2558288" y="225171"/>
                  </a:lnTo>
                  <a:cubicBezTo>
                    <a:pt x="2533015" y="96774"/>
                    <a:pt x="2419985" y="0"/>
                    <a:pt x="2284222" y="0"/>
                  </a:cubicBezTo>
                  <a:close/>
                </a:path>
              </a:pathLst>
            </a:custGeom>
            <a:blipFill>
              <a:blip r:embed="rId11"/>
              <a:stretch>
                <a:fillRect l="0" t="-4876" r="0" b="-4847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673907" y="224276"/>
            <a:ext cx="11158642" cy="61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271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NatIonal INSTITUTE OF TECHNOLOGY AGARTALA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87020" y="893664"/>
            <a:ext cx="9610211" cy="61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0"/>
              </a:lnSpc>
            </a:pPr>
            <a:r>
              <a:rPr lang="en-US" sz="2711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CIVIL INNOVATION AND TECHNOLOGY CELL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60016" y="1658950"/>
            <a:ext cx="1642520" cy="338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0"/>
              </a:lnSpc>
            </a:pPr>
            <a:r>
              <a:rPr lang="en-US" sz="1907">
                <a:solidFill>
                  <a:srgbClr val="FFFFFF"/>
                </a:solidFill>
                <a:latin typeface="Arcade Gamer"/>
                <a:ea typeface="Arcade Gamer"/>
                <a:cs typeface="Arcade Gamer"/>
                <a:sym typeface="Arcade Gamer"/>
              </a:rPr>
              <a:t>PRESENTS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49680" y="4886992"/>
            <a:ext cx="15170242" cy="1743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65"/>
              </a:lnSpc>
            </a:pPr>
            <a:r>
              <a:rPr lang="en-US" sz="2946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Problem Statement Title:  AI-Based Smart Food Waste Management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49680" y="6592439"/>
            <a:ext cx="13468531" cy="3550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47"/>
              </a:lnSpc>
            </a:pPr>
            <a:r>
              <a:rPr lang="en-US" sz="2898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Name: Suryavansham_KI_kheer  </a:t>
            </a:r>
          </a:p>
          <a:p>
            <a:pPr algn="l">
              <a:lnSpc>
                <a:spcPts val="7247"/>
              </a:lnSpc>
            </a:pPr>
            <a:r>
              <a:rPr lang="en-US" sz="2898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Leader Name: PRIYANSHU SAHOO</a:t>
            </a:r>
          </a:p>
          <a:p>
            <a:pPr algn="l">
              <a:lnSpc>
                <a:spcPts val="7247"/>
              </a:lnSpc>
            </a:pPr>
            <a:r>
              <a:rPr lang="en-US" sz="2898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Institute Name:  NAtional forensic sciences university, TRIPURA CAMPUS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632515" y="7412150"/>
            <a:ext cx="6249368" cy="6249368"/>
          </a:xfrm>
          <a:custGeom>
            <a:avLst/>
            <a:gdLst/>
            <a:ahLst/>
            <a:cxnLst/>
            <a:rect r="r" b="b" t="t" l="l"/>
            <a:pathLst>
              <a:path h="6249368" w="6249368">
                <a:moveTo>
                  <a:pt x="0" y="0"/>
                </a:moveTo>
                <a:lnTo>
                  <a:pt x="6249368" y="0"/>
                </a:lnTo>
                <a:lnTo>
                  <a:pt x="6249368" y="6249368"/>
                </a:lnTo>
                <a:lnTo>
                  <a:pt x="0" y="624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99690" y="5617230"/>
            <a:ext cx="5655972" cy="4190058"/>
            <a:chOff x="0" y="0"/>
            <a:chExt cx="1402680" cy="10391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02680" cy="1039114"/>
            </a:xfrm>
            <a:custGeom>
              <a:avLst/>
              <a:gdLst/>
              <a:ahLst/>
              <a:cxnLst/>
              <a:rect r="r" b="b" t="t" l="l"/>
              <a:pathLst>
                <a:path h="1039114" w="1402680">
                  <a:moveTo>
                    <a:pt x="1402680" y="30114"/>
                  </a:moveTo>
                  <a:lnTo>
                    <a:pt x="1402680" y="1009000"/>
                  </a:lnTo>
                  <a:cubicBezTo>
                    <a:pt x="1402680" y="1025632"/>
                    <a:pt x="1389197" y="1039114"/>
                    <a:pt x="1372566" y="1039114"/>
                  </a:cubicBezTo>
                  <a:lnTo>
                    <a:pt x="30114" y="1039114"/>
                  </a:lnTo>
                  <a:cubicBezTo>
                    <a:pt x="13482" y="1039114"/>
                    <a:pt x="0" y="1025632"/>
                    <a:pt x="0" y="1009000"/>
                  </a:cubicBezTo>
                  <a:lnTo>
                    <a:pt x="0" y="30114"/>
                  </a:lnTo>
                  <a:cubicBezTo>
                    <a:pt x="0" y="13482"/>
                    <a:pt x="13482" y="0"/>
                    <a:pt x="30114" y="0"/>
                  </a:cubicBezTo>
                  <a:lnTo>
                    <a:pt x="1372566" y="0"/>
                  </a:lnTo>
                  <a:cubicBezTo>
                    <a:pt x="1389197" y="0"/>
                    <a:pt x="1402680" y="13482"/>
                    <a:pt x="1402680" y="30114"/>
                  </a:cubicBezTo>
                  <a:close/>
                </a:path>
              </a:pathLst>
            </a:custGeom>
            <a:solidFill>
              <a:srgbClr val="847F7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04800"/>
              <a:ext cx="1402680" cy="1343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06819" y="912066"/>
            <a:ext cx="4911812" cy="3945350"/>
          </a:xfrm>
          <a:custGeom>
            <a:avLst/>
            <a:gdLst/>
            <a:ahLst/>
            <a:cxnLst/>
            <a:rect r="r" b="b" t="t" l="l"/>
            <a:pathLst>
              <a:path h="3945350" w="4911812">
                <a:moveTo>
                  <a:pt x="0" y="0"/>
                </a:moveTo>
                <a:lnTo>
                  <a:pt x="4911812" y="0"/>
                </a:lnTo>
                <a:lnTo>
                  <a:pt x="4911812" y="3945351"/>
                </a:lnTo>
                <a:lnTo>
                  <a:pt x="0" y="39453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" r="0" b="-6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10993" y="2477424"/>
            <a:ext cx="4759997" cy="4759986"/>
          </a:xfrm>
          <a:custGeom>
            <a:avLst/>
            <a:gdLst/>
            <a:ahLst/>
            <a:cxnLst/>
            <a:rect r="r" b="b" t="t" l="l"/>
            <a:pathLst>
              <a:path h="4759986" w="4759997">
                <a:moveTo>
                  <a:pt x="0" y="0"/>
                </a:moveTo>
                <a:lnTo>
                  <a:pt x="4759997" y="0"/>
                </a:lnTo>
                <a:lnTo>
                  <a:pt x="4759997" y="4759986"/>
                </a:lnTo>
                <a:lnTo>
                  <a:pt x="0" y="475998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006309" y="2477424"/>
            <a:ext cx="3320251" cy="4227069"/>
            <a:chOff x="0" y="0"/>
            <a:chExt cx="4381500" cy="55781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1500" cy="5578163"/>
            </a:xfrm>
            <a:custGeom>
              <a:avLst/>
              <a:gdLst/>
              <a:ahLst/>
              <a:cxnLst/>
              <a:rect r="r" b="b" t="t" l="l"/>
              <a:pathLst>
                <a:path h="5578163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5578163"/>
                  </a:lnTo>
                  <a:lnTo>
                    <a:pt x="0" y="5578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0264" t="0" r="-40264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708790" y="8654742"/>
            <a:ext cx="4364403" cy="4364403"/>
          </a:xfrm>
          <a:custGeom>
            <a:avLst/>
            <a:gdLst/>
            <a:ahLst/>
            <a:cxnLst/>
            <a:rect r="r" b="b" t="t" l="l"/>
            <a:pathLst>
              <a:path h="4364403" w="4364403">
                <a:moveTo>
                  <a:pt x="0" y="0"/>
                </a:moveTo>
                <a:lnTo>
                  <a:pt x="4364403" y="0"/>
                </a:lnTo>
                <a:lnTo>
                  <a:pt x="4364403" y="4364403"/>
                </a:lnTo>
                <a:lnTo>
                  <a:pt x="0" y="43644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6819" y="5521087"/>
            <a:ext cx="5627461" cy="4520186"/>
          </a:xfrm>
          <a:custGeom>
            <a:avLst/>
            <a:gdLst/>
            <a:ahLst/>
            <a:cxnLst/>
            <a:rect r="r" b="b" t="t" l="l"/>
            <a:pathLst>
              <a:path h="4520186" w="5627461">
                <a:moveTo>
                  <a:pt x="0" y="0"/>
                </a:moveTo>
                <a:lnTo>
                  <a:pt x="5627461" y="0"/>
                </a:lnTo>
                <a:lnTo>
                  <a:pt x="5627461" y="4520186"/>
                </a:lnTo>
                <a:lnTo>
                  <a:pt x="0" y="45201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0" r="0" b="-6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-3609651" y="-3508816"/>
            <a:ext cx="6249368" cy="6249368"/>
          </a:xfrm>
          <a:custGeom>
            <a:avLst/>
            <a:gdLst/>
            <a:ahLst/>
            <a:cxnLst/>
            <a:rect r="r" b="b" t="t" l="l"/>
            <a:pathLst>
              <a:path h="6249368" w="6249368">
                <a:moveTo>
                  <a:pt x="0" y="0"/>
                </a:moveTo>
                <a:lnTo>
                  <a:pt x="6249368" y="0"/>
                </a:lnTo>
                <a:lnTo>
                  <a:pt x="6249368" y="6249368"/>
                </a:lnTo>
                <a:lnTo>
                  <a:pt x="0" y="624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6708790" y="-2182202"/>
            <a:ext cx="4364403" cy="4364403"/>
          </a:xfrm>
          <a:custGeom>
            <a:avLst/>
            <a:gdLst/>
            <a:ahLst/>
            <a:cxnLst/>
            <a:rect r="r" b="b" t="t" l="l"/>
            <a:pathLst>
              <a:path h="4364403" w="4364403">
                <a:moveTo>
                  <a:pt x="0" y="0"/>
                </a:moveTo>
                <a:lnTo>
                  <a:pt x="4364403" y="0"/>
                </a:lnTo>
                <a:lnTo>
                  <a:pt x="4364403" y="4364404"/>
                </a:lnTo>
                <a:lnTo>
                  <a:pt x="0" y="43644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19050" y="27207"/>
            <a:ext cx="14468951" cy="132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8">
                <a:solidFill>
                  <a:srgbClr val="232222"/>
                </a:solidFill>
                <a:latin typeface="HK Modular"/>
                <a:ea typeface="HK Modular"/>
                <a:cs typeface="HK Modular"/>
                <a:sym typeface="HK Modular"/>
              </a:rPr>
              <a:t>Brief Description of Proposed Solution: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06819" y="912066"/>
            <a:ext cx="5500863" cy="4112839"/>
            <a:chOff x="0" y="0"/>
            <a:chExt cx="1389826" cy="103911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89826" cy="1039114"/>
            </a:xfrm>
            <a:custGeom>
              <a:avLst/>
              <a:gdLst/>
              <a:ahLst/>
              <a:cxnLst/>
              <a:rect r="r" b="b" t="t" l="l"/>
              <a:pathLst>
                <a:path h="1039114" w="1389826">
                  <a:moveTo>
                    <a:pt x="1389826" y="30963"/>
                  </a:moveTo>
                  <a:lnTo>
                    <a:pt x="1389826" y="1008151"/>
                  </a:lnTo>
                  <a:cubicBezTo>
                    <a:pt x="1389826" y="1025251"/>
                    <a:pt x="1375964" y="1039114"/>
                    <a:pt x="1358863" y="1039114"/>
                  </a:cubicBezTo>
                  <a:lnTo>
                    <a:pt x="30963" y="1039114"/>
                  </a:lnTo>
                  <a:cubicBezTo>
                    <a:pt x="13863" y="1039114"/>
                    <a:pt x="0" y="1025251"/>
                    <a:pt x="0" y="1008151"/>
                  </a:cubicBezTo>
                  <a:lnTo>
                    <a:pt x="0" y="30963"/>
                  </a:lnTo>
                  <a:cubicBezTo>
                    <a:pt x="0" y="13863"/>
                    <a:pt x="13863" y="0"/>
                    <a:pt x="30963" y="0"/>
                  </a:cubicBezTo>
                  <a:lnTo>
                    <a:pt x="1358863" y="0"/>
                  </a:lnTo>
                  <a:cubicBezTo>
                    <a:pt x="1367075" y="0"/>
                    <a:pt x="1374951" y="3262"/>
                    <a:pt x="1380757" y="9069"/>
                  </a:cubicBezTo>
                  <a:cubicBezTo>
                    <a:pt x="1386564" y="14875"/>
                    <a:pt x="1389826" y="22751"/>
                    <a:pt x="1389826" y="30963"/>
                  </a:cubicBezTo>
                  <a:close/>
                </a:path>
              </a:pathLst>
            </a:custGeom>
            <a:solidFill>
              <a:srgbClr val="847F7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04800"/>
              <a:ext cx="1389826" cy="1343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79561" y="1203656"/>
            <a:ext cx="5203116" cy="319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300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</a:t>
            </a:r>
            <a:r>
              <a:rPr lang="en-US" sz="300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he proposed solution focuses on </a:t>
            </a:r>
          </a:p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300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reducing food waste </a:t>
            </a:r>
          </a:p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09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through AI-assisted grocery planning </a:t>
            </a:r>
          </a:p>
          <a:p>
            <a:pPr algn="ctr">
              <a:lnSpc>
                <a:spcPts val="4207"/>
              </a:lnSpc>
              <a:spcBef>
                <a:spcPct val="0"/>
              </a:spcBef>
            </a:pPr>
            <a:r>
              <a:rPr lang="en-US" sz="300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and consumption management.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-5400000">
            <a:off x="15496537" y="-3590119"/>
            <a:ext cx="6249368" cy="6249368"/>
          </a:xfrm>
          <a:custGeom>
            <a:avLst/>
            <a:gdLst/>
            <a:ahLst/>
            <a:cxnLst/>
            <a:rect r="r" b="b" t="t" l="l"/>
            <a:pathLst>
              <a:path h="6249368" w="6249368">
                <a:moveTo>
                  <a:pt x="0" y="0"/>
                </a:moveTo>
                <a:lnTo>
                  <a:pt x="6249368" y="0"/>
                </a:lnTo>
                <a:lnTo>
                  <a:pt x="6249368" y="6249368"/>
                </a:lnTo>
                <a:lnTo>
                  <a:pt x="0" y="624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284280" y="814582"/>
            <a:ext cx="5618979" cy="4114589"/>
            <a:chOff x="0" y="0"/>
            <a:chExt cx="1310894" cy="9599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0894" cy="959905"/>
            </a:xfrm>
            <a:custGeom>
              <a:avLst/>
              <a:gdLst/>
              <a:ahLst/>
              <a:cxnLst/>
              <a:rect r="r" b="b" t="t" l="l"/>
              <a:pathLst>
                <a:path h="959905" w="1310894">
                  <a:moveTo>
                    <a:pt x="1310894" y="30312"/>
                  </a:moveTo>
                  <a:lnTo>
                    <a:pt x="1310894" y="929593"/>
                  </a:lnTo>
                  <a:cubicBezTo>
                    <a:pt x="1310894" y="937633"/>
                    <a:pt x="1307700" y="945343"/>
                    <a:pt x="1302016" y="951027"/>
                  </a:cubicBezTo>
                  <a:cubicBezTo>
                    <a:pt x="1296331" y="956712"/>
                    <a:pt x="1288621" y="959905"/>
                    <a:pt x="1280582" y="959905"/>
                  </a:cubicBezTo>
                  <a:lnTo>
                    <a:pt x="30312" y="959905"/>
                  </a:lnTo>
                  <a:cubicBezTo>
                    <a:pt x="22273" y="959905"/>
                    <a:pt x="14563" y="956712"/>
                    <a:pt x="8878" y="951027"/>
                  </a:cubicBezTo>
                  <a:cubicBezTo>
                    <a:pt x="3194" y="945343"/>
                    <a:pt x="0" y="937633"/>
                    <a:pt x="0" y="929593"/>
                  </a:cubicBezTo>
                  <a:lnTo>
                    <a:pt x="0" y="30312"/>
                  </a:lnTo>
                  <a:cubicBezTo>
                    <a:pt x="0" y="22273"/>
                    <a:pt x="3194" y="14563"/>
                    <a:pt x="8878" y="8878"/>
                  </a:cubicBezTo>
                  <a:cubicBezTo>
                    <a:pt x="14563" y="3194"/>
                    <a:pt x="22273" y="0"/>
                    <a:pt x="30312" y="0"/>
                  </a:cubicBezTo>
                  <a:lnTo>
                    <a:pt x="1280582" y="0"/>
                  </a:lnTo>
                  <a:cubicBezTo>
                    <a:pt x="1288621" y="0"/>
                    <a:pt x="1296331" y="3194"/>
                    <a:pt x="1302016" y="8878"/>
                  </a:cubicBezTo>
                  <a:cubicBezTo>
                    <a:pt x="1307700" y="14563"/>
                    <a:pt x="1310894" y="22273"/>
                    <a:pt x="1310894" y="30312"/>
                  </a:cubicBezTo>
                  <a:close/>
                </a:path>
              </a:pathLst>
            </a:custGeom>
            <a:solidFill>
              <a:srgbClr val="847F7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04800"/>
              <a:ext cx="1310894" cy="1264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461615" y="971550"/>
            <a:ext cx="4975020" cy="514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7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562427" y="1149152"/>
            <a:ext cx="4975020" cy="3378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8"/>
              </a:lnSpc>
              <a:spcBef>
                <a:spcPct val="0"/>
              </a:spcBef>
            </a:pPr>
            <a:r>
              <a:rPr lang="en-US" sz="3234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By purchasing only what is needed, users minimize leftover ingredients, save costs, and significantly reduce household food waste.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-3353968" y="7712259"/>
            <a:ext cx="6249368" cy="6249368"/>
          </a:xfrm>
          <a:custGeom>
            <a:avLst/>
            <a:gdLst/>
            <a:ahLst/>
            <a:cxnLst/>
            <a:rect r="r" b="b" t="t" l="l"/>
            <a:pathLst>
              <a:path h="6249368" w="6249368">
                <a:moveTo>
                  <a:pt x="0" y="0"/>
                </a:moveTo>
                <a:lnTo>
                  <a:pt x="6249368" y="0"/>
                </a:lnTo>
                <a:lnTo>
                  <a:pt x="6249368" y="6249368"/>
                </a:lnTo>
                <a:lnTo>
                  <a:pt x="0" y="62493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33924" y="5497746"/>
            <a:ext cx="5731779" cy="4543528"/>
            <a:chOff x="0" y="0"/>
            <a:chExt cx="1310894" cy="10391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0894" cy="1039114"/>
            </a:xfrm>
            <a:custGeom>
              <a:avLst/>
              <a:gdLst/>
              <a:ahLst/>
              <a:cxnLst/>
              <a:rect r="r" b="b" t="t" l="l"/>
              <a:pathLst>
                <a:path h="1039114" w="1310894">
                  <a:moveTo>
                    <a:pt x="1310894" y="29715"/>
                  </a:moveTo>
                  <a:lnTo>
                    <a:pt x="1310894" y="1009399"/>
                  </a:lnTo>
                  <a:cubicBezTo>
                    <a:pt x="1310894" y="1025810"/>
                    <a:pt x="1297590" y="1039114"/>
                    <a:pt x="1281179" y="1039114"/>
                  </a:cubicBezTo>
                  <a:lnTo>
                    <a:pt x="29715" y="1039114"/>
                  </a:lnTo>
                  <a:cubicBezTo>
                    <a:pt x="13304" y="1039114"/>
                    <a:pt x="0" y="1025810"/>
                    <a:pt x="0" y="1009399"/>
                  </a:cubicBezTo>
                  <a:lnTo>
                    <a:pt x="0" y="29715"/>
                  </a:lnTo>
                  <a:cubicBezTo>
                    <a:pt x="0" y="13304"/>
                    <a:pt x="13304" y="0"/>
                    <a:pt x="29715" y="0"/>
                  </a:cubicBezTo>
                  <a:lnTo>
                    <a:pt x="1281179" y="0"/>
                  </a:lnTo>
                  <a:cubicBezTo>
                    <a:pt x="1297590" y="0"/>
                    <a:pt x="1310894" y="13304"/>
                    <a:pt x="1310894" y="29715"/>
                  </a:cubicBezTo>
                  <a:close/>
                </a:path>
              </a:pathLst>
            </a:custGeom>
            <a:solidFill>
              <a:srgbClr val="847F7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04800"/>
              <a:ext cx="1310894" cy="1343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612524" y="5632575"/>
            <a:ext cx="5178663" cy="4247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Noto Serif Ethiopic Extra Condensed"/>
                <a:ea typeface="Noto Serif Ethiopic Extra Condensed"/>
                <a:cs typeface="Noto Serif Ethiopic Extra Condensed"/>
                <a:sym typeface="Noto Serif Ethiopic Extra Condensed"/>
              </a:rPr>
              <a:t>The system takes user input such as 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Noto Serif Ethiopic Extra Condensed"/>
                <a:ea typeface="Noto Serif Ethiopic Extra Condensed"/>
                <a:cs typeface="Noto Serif Ethiopic Extra Condensed"/>
                <a:sym typeface="Noto Serif Ethiopic Extra Condensed"/>
              </a:rPr>
              <a:t>the name of a dish and 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Noto Serif Ethiopic Extra Condensed"/>
                <a:ea typeface="Noto Serif Ethiopic Extra Condensed"/>
                <a:cs typeface="Noto Serif Ethiopic Extra Condensed"/>
                <a:sym typeface="Noto Serif Ethiopic Extra Condensed"/>
              </a:rPr>
              <a:t>the number of household members, </a:t>
            </a:r>
          </a:p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Noto Serif Ethiopic Extra Condensed"/>
                <a:ea typeface="Noto Serif Ethiopic Extra Condensed"/>
                <a:cs typeface="Noto Serif Ethiopic Extra Condensed"/>
                <a:sym typeface="Noto Serif Ethiopic Extra Condensed"/>
              </a:rPr>
              <a:t>then automatically gathers the required ingredients from online recipe sources.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3201855" y="4693580"/>
            <a:ext cx="0" cy="996145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3" id="33"/>
          <p:cNvSpPr/>
          <p:nvPr/>
        </p:nvSpPr>
        <p:spPr>
          <a:xfrm>
            <a:off x="6034280" y="7781180"/>
            <a:ext cx="642733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34" id="34"/>
          <p:cNvSpPr/>
          <p:nvPr/>
        </p:nvSpPr>
        <p:spPr>
          <a:xfrm flipH="true" flipV="true">
            <a:off x="15146726" y="4693580"/>
            <a:ext cx="0" cy="118390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TextBox 35" id="35"/>
          <p:cNvSpPr txBox="true"/>
          <p:nvPr/>
        </p:nvSpPr>
        <p:spPr>
          <a:xfrm rot="0">
            <a:off x="12284280" y="5784995"/>
            <a:ext cx="5531315" cy="425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sz="305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Based </a:t>
            </a:r>
            <a:r>
              <a:rPr lang="en-US" sz="305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on these inputs, it calculates the exact quantity of each ingredient </a:t>
            </a:r>
          </a:p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sz="305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to avoid over-purchasing. </a:t>
            </a:r>
          </a:p>
          <a:p>
            <a:pPr algn="ctr">
              <a:lnSpc>
                <a:spcPts val="4270"/>
              </a:lnSpc>
              <a:spcBef>
                <a:spcPct val="0"/>
              </a:spcBef>
            </a:pPr>
            <a:r>
              <a:rPr lang="en-US" sz="3050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Finally, it generates a personalized grocery list in PDF form.</a:t>
            </a:r>
          </a:p>
          <a:p>
            <a:pPr algn="ctr">
              <a:lnSpc>
                <a:spcPts val="428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81" y="1302951"/>
            <a:ext cx="8099973" cy="5360123"/>
            <a:chOff x="0" y="0"/>
            <a:chExt cx="2133326" cy="1411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326" cy="1411720"/>
            </a:xfrm>
            <a:custGeom>
              <a:avLst/>
              <a:gdLst/>
              <a:ahLst/>
              <a:cxnLst/>
              <a:rect r="r" b="b" t="t" l="l"/>
              <a:pathLst>
                <a:path h="1411720" w="2133326">
                  <a:moveTo>
                    <a:pt x="0" y="0"/>
                  </a:moveTo>
                  <a:lnTo>
                    <a:pt x="2133326" y="0"/>
                  </a:lnTo>
                  <a:lnTo>
                    <a:pt x="2133326" y="1411720"/>
                  </a:lnTo>
                  <a:lnTo>
                    <a:pt x="0" y="1411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04800"/>
              <a:ext cx="2133326" cy="17165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-5400000">
            <a:off x="6570507" y="-2651851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1981" y="2637536"/>
            <a:ext cx="8023773" cy="5583175"/>
          </a:xfrm>
          <a:custGeom>
            <a:avLst/>
            <a:gdLst/>
            <a:ahLst/>
            <a:cxnLst/>
            <a:rect r="r" b="b" t="t" l="l"/>
            <a:pathLst>
              <a:path h="5583175" w="8023773">
                <a:moveTo>
                  <a:pt x="0" y="0"/>
                </a:moveTo>
                <a:lnTo>
                  <a:pt x="8023773" y="0"/>
                </a:lnTo>
                <a:lnTo>
                  <a:pt x="8023773" y="5583175"/>
                </a:lnTo>
                <a:lnTo>
                  <a:pt x="0" y="5583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6" t="0" r="-5873" b="-499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15307" y="0"/>
            <a:ext cx="3457386" cy="3457378"/>
          </a:xfrm>
          <a:custGeom>
            <a:avLst/>
            <a:gdLst/>
            <a:ahLst/>
            <a:cxnLst/>
            <a:rect r="r" b="b" t="t" l="l"/>
            <a:pathLst>
              <a:path h="3457378" w="3457386">
                <a:moveTo>
                  <a:pt x="0" y="0"/>
                </a:moveTo>
                <a:lnTo>
                  <a:pt x="3457386" y="0"/>
                </a:lnTo>
                <a:lnTo>
                  <a:pt x="3457386" y="3457378"/>
                </a:lnTo>
                <a:lnTo>
                  <a:pt x="0" y="34573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2820638" y="8125886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112199" y="7961943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34782" y="2399885"/>
            <a:ext cx="7096354" cy="5951315"/>
          </a:xfrm>
          <a:custGeom>
            <a:avLst/>
            <a:gdLst/>
            <a:ahLst/>
            <a:cxnLst/>
            <a:rect r="r" b="b" t="t" l="l"/>
            <a:pathLst>
              <a:path h="5951315" w="7096354">
                <a:moveTo>
                  <a:pt x="0" y="0"/>
                </a:moveTo>
                <a:lnTo>
                  <a:pt x="7096354" y="0"/>
                </a:lnTo>
                <a:lnTo>
                  <a:pt x="7096354" y="5951314"/>
                </a:lnTo>
                <a:lnTo>
                  <a:pt x="0" y="59513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333" t="0" r="-10618" b="-689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5940947" y="-2957752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931916" y="798977"/>
            <a:ext cx="6902085" cy="110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Technologies used in proposed solution: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10800000">
            <a:off x="-2949432" y="-2782006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03048" y="1021529"/>
            <a:ext cx="6532348" cy="65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3798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Idea Approach:</a:t>
            </a:r>
          </a:p>
        </p:txBody>
      </p:sp>
      <p:sp>
        <p:nvSpPr>
          <p:cNvPr name="AutoShape 17" id="17"/>
          <p:cNvSpPr/>
          <p:nvPr/>
        </p:nvSpPr>
        <p:spPr>
          <a:xfrm>
            <a:off x="8225754" y="5143500"/>
            <a:ext cx="2530478" cy="0"/>
          </a:xfrm>
          <a:prstGeom prst="line">
            <a:avLst/>
          </a:prstGeom>
          <a:ln cap="flat" w="38100">
            <a:solidFill>
              <a:srgbClr val="FDFEFD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7415307" y="-78358"/>
            <a:ext cx="3248180" cy="3348990"/>
            <a:chOff x="0" y="0"/>
            <a:chExt cx="3953984" cy="40767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53984" cy="4076700"/>
            </a:xfrm>
            <a:custGeom>
              <a:avLst/>
              <a:gdLst/>
              <a:ahLst/>
              <a:cxnLst/>
              <a:rect r="r" b="b" t="t" l="l"/>
              <a:pathLst>
                <a:path h="4076700" w="3953984">
                  <a:moveTo>
                    <a:pt x="0" y="0"/>
                  </a:moveTo>
                  <a:lnTo>
                    <a:pt x="3953984" y="0"/>
                  </a:lnTo>
                  <a:lnTo>
                    <a:pt x="3953984" y="4076700"/>
                  </a:lnTo>
                  <a:lnTo>
                    <a:pt x="0" y="407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3101" t="0" r="-23101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5400000">
            <a:off x="6645781" y="8125886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06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93760" y="2635204"/>
            <a:ext cx="7885693" cy="6314501"/>
            <a:chOff x="0" y="0"/>
            <a:chExt cx="23880841" cy="191226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80842" cy="19122681"/>
            </a:xfrm>
            <a:custGeom>
              <a:avLst/>
              <a:gdLst/>
              <a:ahLst/>
              <a:cxnLst/>
              <a:rect r="r" b="b" t="t" l="l"/>
              <a:pathLst>
                <a:path h="19122681" w="23880842">
                  <a:moveTo>
                    <a:pt x="1089762" y="0"/>
                  </a:moveTo>
                  <a:lnTo>
                    <a:pt x="22791079" y="0"/>
                  </a:lnTo>
                  <a:cubicBezTo>
                    <a:pt x="23080103" y="0"/>
                    <a:pt x="23357287" y="114814"/>
                    <a:pt x="23561658" y="319184"/>
                  </a:cubicBezTo>
                  <a:cubicBezTo>
                    <a:pt x="23766028" y="523554"/>
                    <a:pt x="23880842" y="800739"/>
                    <a:pt x="23880842" y="1089762"/>
                  </a:cubicBezTo>
                  <a:lnTo>
                    <a:pt x="23880842" y="18032918"/>
                  </a:lnTo>
                  <a:cubicBezTo>
                    <a:pt x="23880842" y="18321942"/>
                    <a:pt x="23766028" y="18599127"/>
                    <a:pt x="23561658" y="18803497"/>
                  </a:cubicBezTo>
                  <a:cubicBezTo>
                    <a:pt x="23357287" y="19007868"/>
                    <a:pt x="23080103" y="19122681"/>
                    <a:pt x="22791079" y="19122681"/>
                  </a:cubicBezTo>
                  <a:lnTo>
                    <a:pt x="1089762" y="19122681"/>
                  </a:lnTo>
                  <a:cubicBezTo>
                    <a:pt x="800739" y="19122681"/>
                    <a:pt x="523554" y="19007868"/>
                    <a:pt x="319184" y="18803497"/>
                  </a:cubicBezTo>
                  <a:cubicBezTo>
                    <a:pt x="114814" y="18599127"/>
                    <a:pt x="0" y="18321942"/>
                    <a:pt x="0" y="18032918"/>
                  </a:cubicBezTo>
                  <a:lnTo>
                    <a:pt x="0" y="1089762"/>
                  </a:lnTo>
                  <a:cubicBezTo>
                    <a:pt x="0" y="800739"/>
                    <a:pt x="114814" y="523554"/>
                    <a:pt x="319184" y="319184"/>
                  </a:cubicBezTo>
                  <a:cubicBezTo>
                    <a:pt x="523554" y="114814"/>
                    <a:pt x="800739" y="0"/>
                    <a:pt x="1089762" y="0"/>
                  </a:cubicBezTo>
                  <a:close/>
                </a:path>
              </a:pathLst>
            </a:custGeom>
            <a:blipFill>
              <a:blip r:embed="rId3"/>
              <a:stretch>
                <a:fillRect l="-520" t="0" r="-52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4802" y="2717948"/>
            <a:ext cx="7801436" cy="6435191"/>
          </a:xfrm>
          <a:custGeom>
            <a:avLst/>
            <a:gdLst/>
            <a:ahLst/>
            <a:cxnLst/>
            <a:rect r="r" b="b" t="t" l="l"/>
            <a:pathLst>
              <a:path h="6435191" w="7801436">
                <a:moveTo>
                  <a:pt x="0" y="0"/>
                </a:moveTo>
                <a:lnTo>
                  <a:pt x="7801436" y="0"/>
                </a:lnTo>
                <a:lnTo>
                  <a:pt x="7801436" y="6435191"/>
                </a:lnTo>
                <a:lnTo>
                  <a:pt x="0" y="6435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498" r="0" b="-266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7172694" y="-1971306"/>
            <a:ext cx="3942612" cy="3942612"/>
          </a:xfrm>
          <a:custGeom>
            <a:avLst/>
            <a:gdLst/>
            <a:ahLst/>
            <a:cxnLst/>
            <a:rect r="r" b="b" t="t" l="l"/>
            <a:pathLst>
              <a:path h="3942612" w="3942612">
                <a:moveTo>
                  <a:pt x="0" y="0"/>
                </a:moveTo>
                <a:lnTo>
                  <a:pt x="3942612" y="0"/>
                </a:lnTo>
                <a:lnTo>
                  <a:pt x="3942612" y="3942612"/>
                </a:lnTo>
                <a:lnTo>
                  <a:pt x="0" y="39426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34078" y="1623"/>
            <a:ext cx="3939375" cy="3939366"/>
          </a:xfrm>
          <a:custGeom>
            <a:avLst/>
            <a:gdLst/>
            <a:ahLst/>
            <a:cxnLst/>
            <a:rect r="r" b="b" t="t" l="l"/>
            <a:pathLst>
              <a:path h="3939366" w="3939375">
                <a:moveTo>
                  <a:pt x="0" y="0"/>
                </a:moveTo>
                <a:lnTo>
                  <a:pt x="3939375" y="0"/>
                </a:lnTo>
                <a:lnTo>
                  <a:pt x="3939375" y="3939366"/>
                </a:lnTo>
                <a:lnTo>
                  <a:pt x="0" y="39393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172694" y="1623"/>
            <a:ext cx="3397857" cy="3503313"/>
            <a:chOff x="0" y="0"/>
            <a:chExt cx="3953984" cy="4076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53984" cy="4076700"/>
            </a:xfrm>
            <a:custGeom>
              <a:avLst/>
              <a:gdLst/>
              <a:ahLst/>
              <a:cxnLst/>
              <a:rect r="r" b="b" t="t" l="l"/>
              <a:pathLst>
                <a:path h="4076700" w="3953984">
                  <a:moveTo>
                    <a:pt x="0" y="0"/>
                  </a:moveTo>
                  <a:lnTo>
                    <a:pt x="3953984" y="0"/>
                  </a:lnTo>
                  <a:lnTo>
                    <a:pt x="3953984" y="4076700"/>
                  </a:lnTo>
                  <a:lnTo>
                    <a:pt x="0" y="4076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101" t="0" r="-2310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213049" y="-2157270"/>
            <a:ext cx="4314540" cy="4314540"/>
          </a:xfrm>
          <a:custGeom>
            <a:avLst/>
            <a:gdLst/>
            <a:ahLst/>
            <a:cxnLst/>
            <a:rect r="r" b="b" t="t" l="l"/>
            <a:pathLst>
              <a:path h="4314540" w="4314540">
                <a:moveTo>
                  <a:pt x="0" y="0"/>
                </a:moveTo>
                <a:lnTo>
                  <a:pt x="4314540" y="0"/>
                </a:lnTo>
                <a:lnTo>
                  <a:pt x="4314540" y="4314540"/>
                </a:lnTo>
                <a:lnTo>
                  <a:pt x="0" y="4314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-2677463" y="8556232"/>
            <a:ext cx="4621057" cy="4621057"/>
          </a:xfrm>
          <a:custGeom>
            <a:avLst/>
            <a:gdLst/>
            <a:ahLst/>
            <a:cxnLst/>
            <a:rect r="r" b="b" t="t" l="l"/>
            <a:pathLst>
              <a:path h="4621057" w="4621057">
                <a:moveTo>
                  <a:pt x="0" y="0"/>
                </a:moveTo>
                <a:lnTo>
                  <a:pt x="4621058" y="0"/>
                </a:lnTo>
                <a:lnTo>
                  <a:pt x="4621058" y="4621058"/>
                </a:lnTo>
                <a:lnTo>
                  <a:pt x="0" y="46210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92675" y="512020"/>
            <a:ext cx="5868397" cy="129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Key Features and Outcomes: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946238" y="5779881"/>
            <a:ext cx="2247522" cy="1257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6441349" y="8231655"/>
            <a:ext cx="4759239" cy="4759239"/>
          </a:xfrm>
          <a:custGeom>
            <a:avLst/>
            <a:gdLst/>
            <a:ahLst/>
            <a:cxnLst/>
            <a:rect r="r" b="b" t="t" l="l"/>
            <a:pathLst>
              <a:path h="4759239" w="4759239">
                <a:moveTo>
                  <a:pt x="0" y="0"/>
                </a:moveTo>
                <a:lnTo>
                  <a:pt x="4759239" y="0"/>
                </a:lnTo>
                <a:lnTo>
                  <a:pt x="4759239" y="4759239"/>
                </a:lnTo>
                <a:lnTo>
                  <a:pt x="0" y="47592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-2893746" y="-2715622"/>
            <a:ext cx="4987538" cy="4987538"/>
          </a:xfrm>
          <a:custGeom>
            <a:avLst/>
            <a:gdLst/>
            <a:ahLst/>
            <a:cxnLst/>
            <a:rect r="r" b="b" t="t" l="l"/>
            <a:pathLst>
              <a:path h="4987538" w="4987538">
                <a:moveTo>
                  <a:pt x="0" y="0"/>
                </a:moveTo>
                <a:lnTo>
                  <a:pt x="4987538" y="0"/>
                </a:lnTo>
                <a:lnTo>
                  <a:pt x="4987538" y="4987539"/>
                </a:lnTo>
                <a:lnTo>
                  <a:pt x="0" y="498753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5293922" y="8752421"/>
            <a:ext cx="2329107" cy="394568"/>
            <a:chOff x="0" y="0"/>
            <a:chExt cx="613427" cy="1039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3427" cy="103919"/>
            </a:xfrm>
            <a:custGeom>
              <a:avLst/>
              <a:gdLst/>
              <a:ahLst/>
              <a:cxnLst/>
              <a:rect r="r" b="b" t="t" l="l"/>
              <a:pathLst>
                <a:path h="103919" w="613427">
                  <a:moveTo>
                    <a:pt x="0" y="0"/>
                  </a:moveTo>
                  <a:lnTo>
                    <a:pt x="613427" y="0"/>
                  </a:lnTo>
                  <a:lnTo>
                    <a:pt x="613427" y="103919"/>
                  </a:lnTo>
                  <a:lnTo>
                    <a:pt x="0" y="10391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04800"/>
              <a:ext cx="613427" cy="408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0466" y="8442805"/>
            <a:ext cx="2004681" cy="418599"/>
            <a:chOff x="0" y="0"/>
            <a:chExt cx="527982" cy="1102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7982" cy="110248"/>
            </a:xfrm>
            <a:custGeom>
              <a:avLst/>
              <a:gdLst/>
              <a:ahLst/>
              <a:cxnLst/>
              <a:rect r="r" b="b" t="t" l="l"/>
              <a:pathLst>
                <a:path h="110248" w="527982">
                  <a:moveTo>
                    <a:pt x="50205" y="0"/>
                  </a:moveTo>
                  <a:lnTo>
                    <a:pt x="477777" y="0"/>
                  </a:lnTo>
                  <a:cubicBezTo>
                    <a:pt x="491092" y="0"/>
                    <a:pt x="503862" y="5289"/>
                    <a:pt x="513277" y="14705"/>
                  </a:cubicBezTo>
                  <a:cubicBezTo>
                    <a:pt x="522692" y="24120"/>
                    <a:pt x="527982" y="36890"/>
                    <a:pt x="527982" y="50205"/>
                  </a:cubicBezTo>
                  <a:lnTo>
                    <a:pt x="527982" y="60043"/>
                  </a:lnTo>
                  <a:cubicBezTo>
                    <a:pt x="527982" y="73359"/>
                    <a:pt x="522692" y="86128"/>
                    <a:pt x="513277" y="95544"/>
                  </a:cubicBezTo>
                  <a:cubicBezTo>
                    <a:pt x="503862" y="104959"/>
                    <a:pt x="491092" y="110248"/>
                    <a:pt x="477777" y="110248"/>
                  </a:cubicBezTo>
                  <a:lnTo>
                    <a:pt x="50205" y="110248"/>
                  </a:lnTo>
                  <a:cubicBezTo>
                    <a:pt x="36890" y="110248"/>
                    <a:pt x="24120" y="104959"/>
                    <a:pt x="14705" y="95544"/>
                  </a:cubicBezTo>
                  <a:cubicBezTo>
                    <a:pt x="5289" y="86128"/>
                    <a:pt x="0" y="73359"/>
                    <a:pt x="0" y="60043"/>
                  </a:cubicBezTo>
                  <a:lnTo>
                    <a:pt x="0" y="50205"/>
                  </a:lnTo>
                  <a:cubicBezTo>
                    <a:pt x="0" y="36890"/>
                    <a:pt x="5289" y="24120"/>
                    <a:pt x="14705" y="14705"/>
                  </a:cubicBezTo>
                  <a:cubicBezTo>
                    <a:pt x="24120" y="5289"/>
                    <a:pt x="36890" y="0"/>
                    <a:pt x="502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04800"/>
              <a:ext cx="527982" cy="4150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998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619203" y="512020"/>
            <a:ext cx="5279624" cy="129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ADVANTAGES AND BENIFITS: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5400000">
            <a:off x="6570507" y="8652104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8596" y="408118"/>
            <a:ext cx="6246600" cy="590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999" b="true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Details: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-5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767685" y="1495749"/>
            <a:ext cx="5146986" cy="5146986"/>
          </a:xfrm>
          <a:custGeom>
            <a:avLst/>
            <a:gdLst/>
            <a:ahLst/>
            <a:cxnLst/>
            <a:rect r="r" b="b" t="t" l="l"/>
            <a:pathLst>
              <a:path h="5146986" w="5146986">
                <a:moveTo>
                  <a:pt x="0" y="0"/>
                </a:moveTo>
                <a:lnTo>
                  <a:pt x="5146986" y="0"/>
                </a:lnTo>
                <a:lnTo>
                  <a:pt x="5146986" y="5146986"/>
                </a:lnTo>
                <a:lnTo>
                  <a:pt x="0" y="5146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3641562" y="4576547"/>
            <a:ext cx="5021581" cy="5021581"/>
            <a:chOff x="0" y="0"/>
            <a:chExt cx="5358016" cy="53580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5231003" cy="5231003"/>
            </a:xfrm>
            <a:custGeom>
              <a:avLst/>
              <a:gdLst/>
              <a:ahLst/>
              <a:cxnLst/>
              <a:rect r="r" b="b" t="t" l="l"/>
              <a:pathLst>
                <a:path h="5231003" w="5231003">
                  <a:moveTo>
                    <a:pt x="2595245" y="0"/>
                  </a:moveTo>
                  <a:lnTo>
                    <a:pt x="0" y="2595245"/>
                  </a:lnTo>
                  <a:lnTo>
                    <a:pt x="2635758" y="5231003"/>
                  </a:lnTo>
                  <a:lnTo>
                    <a:pt x="5231003" y="2635758"/>
                  </a:lnTo>
                  <a:lnTo>
                    <a:pt x="2595245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17246" y="296418"/>
              <a:ext cx="4703191" cy="4703191"/>
            </a:xfrm>
            <a:custGeom>
              <a:avLst/>
              <a:gdLst/>
              <a:ahLst/>
              <a:cxnLst/>
              <a:rect r="r" b="b" t="t" l="l"/>
              <a:pathLst>
                <a:path h="4703191" w="4703191">
                  <a:moveTo>
                    <a:pt x="2351532" y="0"/>
                  </a:moveTo>
                  <a:lnTo>
                    <a:pt x="0" y="2351659"/>
                  </a:lnTo>
                  <a:lnTo>
                    <a:pt x="1567688" y="3919347"/>
                  </a:lnTo>
                  <a:lnTo>
                    <a:pt x="2351532" y="4703191"/>
                  </a:lnTo>
                  <a:lnTo>
                    <a:pt x="4703191" y="2351659"/>
                  </a:lnTo>
                  <a:lnTo>
                    <a:pt x="4703191" y="2351659"/>
                  </a:lnTo>
                  <a:lnTo>
                    <a:pt x="235153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509289" y="5143500"/>
            <a:ext cx="3286125" cy="3057525"/>
          </a:xfrm>
          <a:custGeom>
            <a:avLst/>
            <a:gdLst/>
            <a:ahLst/>
            <a:cxnLst/>
            <a:rect r="r" b="b" t="t" l="l"/>
            <a:pathLst>
              <a:path h="3057525" w="3286125">
                <a:moveTo>
                  <a:pt x="0" y="0"/>
                </a:moveTo>
                <a:lnTo>
                  <a:pt x="3286125" y="0"/>
                </a:lnTo>
                <a:lnTo>
                  <a:pt x="3286125" y="3057525"/>
                </a:lnTo>
                <a:lnTo>
                  <a:pt x="0" y="3057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779" t="-49984" r="-74379" b="-4783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13294" y="8104794"/>
            <a:ext cx="6598568" cy="6598568"/>
          </a:xfrm>
          <a:custGeom>
            <a:avLst/>
            <a:gdLst/>
            <a:ahLst/>
            <a:cxnLst/>
            <a:rect r="r" b="b" t="t" l="l"/>
            <a:pathLst>
              <a:path h="6598568" w="6598568">
                <a:moveTo>
                  <a:pt x="0" y="0"/>
                </a:moveTo>
                <a:lnTo>
                  <a:pt x="6598568" y="0"/>
                </a:lnTo>
                <a:lnTo>
                  <a:pt x="6598568" y="6598568"/>
                </a:lnTo>
                <a:lnTo>
                  <a:pt x="0" y="6598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849334" y="7460885"/>
            <a:ext cx="6156311" cy="6156311"/>
          </a:xfrm>
          <a:custGeom>
            <a:avLst/>
            <a:gdLst/>
            <a:ahLst/>
            <a:cxnLst/>
            <a:rect r="r" b="b" t="t" l="l"/>
            <a:pathLst>
              <a:path h="6156311" w="6156311">
                <a:moveTo>
                  <a:pt x="0" y="0"/>
                </a:moveTo>
                <a:lnTo>
                  <a:pt x="6156310" y="0"/>
                </a:lnTo>
                <a:lnTo>
                  <a:pt x="6156310" y="6156311"/>
                </a:lnTo>
                <a:lnTo>
                  <a:pt x="0" y="61563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596" y="474793"/>
            <a:ext cx="6246600" cy="52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b="true" sz="29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Details: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596" y="1286932"/>
            <a:ext cx="10828887" cy="66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Leader Name: Priyanshu sahoo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1039" y="2215934"/>
            <a:ext cx="5918498" cy="66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BTech-mtech cse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0150" y="2407958"/>
            <a:ext cx="85496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b="true" sz="1500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8596" y="3231156"/>
            <a:ext cx="8715404" cy="66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kshitij chandel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1039" y="4093588"/>
            <a:ext cx="5918498" cy="661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BTech-mtech cse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1039" y="5089916"/>
            <a:ext cx="10341049" cy="141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soumyadeep banik</a:t>
            </a:r>
          </a:p>
          <a:p>
            <a:pPr algn="l">
              <a:lnSpc>
                <a:spcPts val="5998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BTech-mtech cse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596" y="7184660"/>
            <a:ext cx="9339155" cy="1347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1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Team Member Name: hariom singh</a:t>
            </a:r>
          </a:p>
          <a:p>
            <a:pPr algn="l">
              <a:lnSpc>
                <a:spcPts val="5691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Course: BTech-mtech cse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1532747"/>
            <a:ext cx="2119353" cy="4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</a:t>
            </a: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nd</a:t>
            </a: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3478806"/>
            <a:ext cx="2265616" cy="415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3</a:t>
            </a: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rd</a:t>
            </a:r>
            <a:r>
              <a:rPr lang="en-US" b="true" sz="23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38130" y="5337566"/>
            <a:ext cx="2119353" cy="3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2</a:t>
            </a:r>
            <a:r>
              <a:rPr lang="en-US" b="true" sz="22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nd</a:t>
            </a:r>
            <a:r>
              <a:rPr lang="en-US" b="true" sz="22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0" y="7504481"/>
            <a:ext cx="2631272" cy="39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Year: 3</a:t>
            </a:r>
            <a:r>
              <a:rPr lang="en-US" b="true" sz="229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DAG26l0mf-E</dc:identifier>
  <dcterms:modified xsi:type="dcterms:W3CDTF">2011-08-01T06:04:30Z</dcterms:modified>
  <cp:revision>1</cp:revision>
  <dc:title>Untitled design.pptx</dc:title>
</cp:coreProperties>
</file>